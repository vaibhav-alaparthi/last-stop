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0e9379c5e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0e9379c5e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0e9379c5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0e9379c5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e9379c5e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e9379c5e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0e9379c5e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0e9379c5e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0e9379c5e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0e9379c5e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0e9379c5ed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0e9379c5e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0e9379c5e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0e9379c5e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0e9379c5e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0e9379c5e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mixamo.com/#/"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Polishing Your Game Through Adobe Mixamo</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Veeti Alatalo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Animations are difficult and incredibly time consuming, </a:t>
            </a:r>
            <a:r>
              <a:rPr lang="en"/>
              <a:t>which</a:t>
            </a:r>
            <a:r>
              <a:rPr lang="en"/>
              <a:t> is why many of you are likely moving away from fully fletched character models for your finals, and using easier options instead. As it turns out, many other Video Game Designers and coders feel the same way. Because of this, a larger percentage of indie games do not actually use their own animations, but </a:t>
            </a:r>
            <a:r>
              <a:rPr lang="en"/>
              <a:t>rather</a:t>
            </a:r>
            <a:r>
              <a:rPr lang="en"/>
              <a:t> modify or straight up </a:t>
            </a:r>
            <a:r>
              <a:rPr lang="en"/>
              <a:t>utilize</a:t>
            </a:r>
            <a:r>
              <a:rPr lang="en"/>
              <a:t> resources like Mixamo for easy to implement, high quality animations for their games.</a:t>
            </a:r>
            <a:endParaRPr/>
          </a:p>
          <a:p>
            <a:pPr indent="0" lvl="0" marL="0" rtl="0" algn="l">
              <a:spcBef>
                <a:spcPts val="1200"/>
              </a:spcBef>
              <a:spcAft>
                <a:spcPts val="1200"/>
              </a:spcAft>
              <a:buNone/>
            </a:pPr>
            <a:r>
              <a:rPr lang="en"/>
              <a:t>It takes a few minutes to create your animations, and in this presentation we will go through that.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a:t>
            </a:r>
            <a:r>
              <a:rPr lang="en"/>
              <a:t> is Mixamo?</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Mixamo is a library of motion captured character animations by Adobe. </a:t>
            </a:r>
            <a:endParaRPr/>
          </a:p>
          <a:p>
            <a:pPr indent="-342900" lvl="0" marL="457200" rtl="0" algn="l">
              <a:spcBef>
                <a:spcPts val="0"/>
              </a:spcBef>
              <a:spcAft>
                <a:spcPts val="0"/>
              </a:spcAft>
              <a:buSzPts val="1800"/>
              <a:buChar char="●"/>
            </a:pPr>
            <a:r>
              <a:rPr lang="en"/>
              <a:t>Free to use by making an Adobe Account (no subscriptions required)</a:t>
            </a:r>
            <a:endParaRPr/>
          </a:p>
          <a:p>
            <a:pPr indent="-342900" lvl="0" marL="457200" rtl="0" algn="l">
              <a:spcBef>
                <a:spcPts val="0"/>
              </a:spcBef>
              <a:spcAft>
                <a:spcPts val="0"/>
              </a:spcAft>
              <a:buSzPts val="1800"/>
              <a:buChar char="●"/>
            </a:pPr>
            <a:r>
              <a:rPr lang="en"/>
              <a:t>Allows easy mapping and exporting to multiple projects including Unity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1: Make your Character T-pose</a:t>
            </a:r>
            <a:endParaRPr/>
          </a:p>
        </p:txBody>
      </p:sp>
      <p:sp>
        <p:nvSpPr>
          <p:cNvPr id="73" name="Google Shape;73;p16"/>
          <p:cNvSpPr txBox="1"/>
          <p:nvPr>
            <p:ph idx="1" type="body"/>
          </p:nvPr>
        </p:nvSpPr>
        <p:spPr>
          <a:xfrm>
            <a:off x="311700" y="1152475"/>
            <a:ext cx="3012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Whatever software you use to make your models, having your characters in a T-pose is important since it allows for animation programs and </a:t>
            </a:r>
            <a:r>
              <a:rPr lang="en"/>
              <a:t>resources</a:t>
            </a:r>
            <a:r>
              <a:rPr lang="en"/>
              <a:t> to better recognize parts of your asset. This allows for much easier and higher quality mapping</a:t>
            </a:r>
            <a:endParaRPr/>
          </a:p>
        </p:txBody>
      </p:sp>
      <p:pic>
        <p:nvPicPr>
          <p:cNvPr id="74" name="Google Shape;74;p16"/>
          <p:cNvPicPr preferRelativeResize="0"/>
          <p:nvPr/>
        </p:nvPicPr>
        <p:blipFill>
          <a:blip r:embed="rId3">
            <a:alphaModFix/>
          </a:blip>
          <a:stretch>
            <a:fillRect/>
          </a:stretch>
        </p:blipFill>
        <p:spPr>
          <a:xfrm>
            <a:off x="3676375" y="1152475"/>
            <a:ext cx="4856375" cy="2334800"/>
          </a:xfrm>
          <a:prstGeom prst="rect">
            <a:avLst/>
          </a:prstGeom>
          <a:noFill/>
          <a:ln>
            <a:noFill/>
          </a:ln>
        </p:spPr>
      </p:pic>
      <p:sp>
        <p:nvSpPr>
          <p:cNvPr id="75" name="Google Shape;75;p16"/>
          <p:cNvSpPr txBox="1"/>
          <p:nvPr/>
        </p:nvSpPr>
        <p:spPr>
          <a:xfrm>
            <a:off x="3902625" y="3622025"/>
            <a:ext cx="4326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D9D9D9"/>
                </a:solidFill>
              </a:rPr>
              <a:t>I used TinkerCad to make my model since it is easy and free, but any other program works that supports exporting in .obj, .fbx, etc.</a:t>
            </a:r>
            <a:endParaRPr>
              <a:solidFill>
                <a:srgbClr val="D9D9D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2:</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Go to </a:t>
            </a:r>
            <a:r>
              <a:rPr lang="en" u="sng">
                <a:solidFill>
                  <a:schemeClr val="hlink"/>
                </a:solidFill>
                <a:hlinkClick r:id="rId3"/>
              </a:rPr>
              <a:t>mixamo.com</a:t>
            </a:r>
            <a:r>
              <a:rPr lang="en"/>
              <a:t> and log in/create an Adobe account</a:t>
            </a:r>
            <a:endParaRPr/>
          </a:p>
          <a:p>
            <a:pPr indent="-342900" lvl="0" marL="457200" rtl="0" algn="l">
              <a:spcBef>
                <a:spcPts val="0"/>
              </a:spcBef>
              <a:spcAft>
                <a:spcPts val="0"/>
              </a:spcAft>
              <a:buSzPts val="1800"/>
              <a:buChar char="●"/>
            </a:pPr>
            <a:r>
              <a:rPr lang="en"/>
              <a:t>You </a:t>
            </a:r>
            <a:r>
              <a:rPr lang="en"/>
              <a:t>will</a:t>
            </a:r>
            <a:r>
              <a:rPr lang="en"/>
              <a:t> be brought to the animations screen after logging in</a:t>
            </a:r>
            <a:endParaRPr/>
          </a:p>
          <a:p>
            <a:pPr indent="0" lvl="0" marL="457200" rtl="0" algn="l">
              <a:spcBef>
                <a:spcPts val="1200"/>
              </a:spcBef>
              <a:spcAft>
                <a:spcPts val="1200"/>
              </a:spcAft>
              <a:buNone/>
            </a:pPr>
            <a:r>
              <a:t/>
            </a:r>
            <a:endParaRPr/>
          </a:p>
        </p:txBody>
      </p:sp>
      <p:pic>
        <p:nvPicPr>
          <p:cNvPr id="82" name="Google Shape;82;p17"/>
          <p:cNvPicPr preferRelativeResize="0"/>
          <p:nvPr/>
        </p:nvPicPr>
        <p:blipFill rotWithShape="1">
          <a:blip r:embed="rId4">
            <a:alphaModFix/>
          </a:blip>
          <a:srcRect b="4214" l="0" r="0" t="0"/>
          <a:stretch/>
        </p:blipFill>
        <p:spPr>
          <a:xfrm>
            <a:off x="1768775" y="2005225"/>
            <a:ext cx="5606451" cy="28425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3:</a:t>
            </a:r>
            <a:endParaRPr/>
          </a:p>
        </p:txBody>
      </p:sp>
      <p:sp>
        <p:nvSpPr>
          <p:cNvPr id="88" name="Google Shape;8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Export your character from your modeling program, and upload it to Mixamo</a:t>
            </a:r>
            <a:endParaRPr/>
          </a:p>
          <a:p>
            <a:pPr indent="-342900" lvl="0" marL="457200" rtl="0" algn="l">
              <a:spcBef>
                <a:spcPts val="0"/>
              </a:spcBef>
              <a:spcAft>
                <a:spcPts val="0"/>
              </a:spcAft>
              <a:buSzPts val="1800"/>
              <a:buChar char="●"/>
            </a:pPr>
            <a:r>
              <a:rPr lang="en"/>
              <a:t>Note accepted formats —-----------&gt;</a:t>
            </a:r>
            <a:endParaRPr/>
          </a:p>
          <a:p>
            <a:pPr indent="0" lvl="0" marL="457200" rtl="0" algn="l">
              <a:spcBef>
                <a:spcPts val="1200"/>
              </a:spcBef>
              <a:spcAft>
                <a:spcPts val="1200"/>
              </a:spcAft>
              <a:buNone/>
            </a:pPr>
            <a:r>
              <a:t/>
            </a:r>
            <a:endParaRPr/>
          </a:p>
        </p:txBody>
      </p:sp>
      <p:pic>
        <p:nvPicPr>
          <p:cNvPr id="89" name="Google Shape;89;p18"/>
          <p:cNvPicPr preferRelativeResize="0"/>
          <p:nvPr/>
        </p:nvPicPr>
        <p:blipFill>
          <a:blip r:embed="rId3">
            <a:alphaModFix/>
          </a:blip>
          <a:stretch>
            <a:fillRect/>
          </a:stretch>
        </p:blipFill>
        <p:spPr>
          <a:xfrm>
            <a:off x="424848" y="2032963"/>
            <a:ext cx="3767125" cy="1821475"/>
          </a:xfrm>
          <a:prstGeom prst="rect">
            <a:avLst/>
          </a:prstGeom>
          <a:noFill/>
          <a:ln>
            <a:noFill/>
          </a:ln>
        </p:spPr>
      </p:pic>
      <p:pic>
        <p:nvPicPr>
          <p:cNvPr id="90" name="Google Shape;90;p18"/>
          <p:cNvPicPr preferRelativeResize="0"/>
          <p:nvPr/>
        </p:nvPicPr>
        <p:blipFill>
          <a:blip r:embed="rId4">
            <a:alphaModFix/>
          </a:blip>
          <a:stretch>
            <a:fillRect/>
          </a:stretch>
        </p:blipFill>
        <p:spPr>
          <a:xfrm>
            <a:off x="4475101" y="1626625"/>
            <a:ext cx="4097099" cy="2376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4: Map your character</a:t>
            </a:r>
            <a:endParaRPr/>
          </a:p>
        </p:txBody>
      </p:sp>
      <p:sp>
        <p:nvSpPr>
          <p:cNvPr id="96" name="Google Shape;96;p19"/>
          <p:cNvSpPr txBox="1"/>
          <p:nvPr>
            <p:ph idx="1" type="body"/>
          </p:nvPr>
        </p:nvSpPr>
        <p:spPr>
          <a:xfrm>
            <a:off x="311700" y="1260450"/>
            <a:ext cx="2613600" cy="3416400"/>
          </a:xfrm>
          <a:prstGeom prst="rect">
            <a:avLst/>
          </a:prstGeom>
        </p:spPr>
        <p:txBody>
          <a:bodyPr anchorCtr="0" anchor="t" bIns="91425" lIns="91425" spcFirstLastPara="1" rIns="91425" wrap="square" tIns="91425">
            <a:normAutofit fontScale="77500"/>
          </a:bodyPr>
          <a:lstStyle/>
          <a:p>
            <a:pPr indent="-317182" lvl="0" marL="457200" rtl="0" algn="l">
              <a:spcBef>
                <a:spcPts val="0"/>
              </a:spcBef>
              <a:spcAft>
                <a:spcPts val="0"/>
              </a:spcAft>
              <a:buSzPct val="100000"/>
              <a:buChar char="●"/>
            </a:pPr>
            <a:r>
              <a:rPr lang="en"/>
              <a:t>If your model is asymmetrical, </a:t>
            </a:r>
            <a:r>
              <a:rPr lang="en"/>
              <a:t>uncheck</a:t>
            </a:r>
            <a:r>
              <a:rPr lang="en"/>
              <a:t> use symmetry and drag each portion individually</a:t>
            </a:r>
            <a:endParaRPr/>
          </a:p>
          <a:p>
            <a:pPr indent="-317182" lvl="0" marL="457200" rtl="0" algn="l">
              <a:spcBef>
                <a:spcPts val="0"/>
              </a:spcBef>
              <a:spcAft>
                <a:spcPts val="0"/>
              </a:spcAft>
              <a:buSzPct val="100000"/>
              <a:buChar char="●"/>
            </a:pPr>
            <a:r>
              <a:rPr lang="en"/>
              <a:t>It is okay to guestimate where portions would be. They do not HAVE to be perfectly defined in your model</a:t>
            </a:r>
            <a:endParaRPr/>
          </a:p>
          <a:p>
            <a:pPr indent="-317182" lvl="0" marL="457200" rtl="0" algn="l">
              <a:spcBef>
                <a:spcPts val="0"/>
              </a:spcBef>
              <a:spcAft>
                <a:spcPts val="0"/>
              </a:spcAft>
              <a:buSzPct val="100000"/>
              <a:buChar char="●"/>
            </a:pPr>
            <a:r>
              <a:rPr lang="en"/>
              <a:t>It will take a few minutes to map everything</a:t>
            </a:r>
            <a:endParaRPr/>
          </a:p>
        </p:txBody>
      </p:sp>
      <p:pic>
        <p:nvPicPr>
          <p:cNvPr id="97" name="Google Shape;97;p19"/>
          <p:cNvPicPr preferRelativeResize="0"/>
          <p:nvPr/>
        </p:nvPicPr>
        <p:blipFill>
          <a:blip r:embed="rId3">
            <a:alphaModFix/>
          </a:blip>
          <a:stretch>
            <a:fillRect/>
          </a:stretch>
        </p:blipFill>
        <p:spPr>
          <a:xfrm>
            <a:off x="3162675" y="1044500"/>
            <a:ext cx="5723699" cy="3632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Congrats, you have a model</a:t>
            </a:r>
            <a:endParaRPr/>
          </a:p>
        </p:txBody>
      </p:sp>
      <p:sp>
        <p:nvSpPr>
          <p:cNvPr id="103" name="Google Shape;103;p20"/>
          <p:cNvSpPr txBox="1"/>
          <p:nvPr>
            <p:ph idx="1" type="body"/>
          </p:nvPr>
        </p:nvSpPr>
        <p:spPr>
          <a:xfrm>
            <a:off x="311700" y="1152475"/>
            <a:ext cx="6047100" cy="255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4" name="Google Shape;104;p20"/>
          <p:cNvPicPr preferRelativeResize="0"/>
          <p:nvPr/>
        </p:nvPicPr>
        <p:blipFill rotWithShape="1">
          <a:blip r:embed="rId3">
            <a:alphaModFix/>
          </a:blip>
          <a:srcRect b="13778" l="0" r="0" t="0"/>
          <a:stretch/>
        </p:blipFill>
        <p:spPr>
          <a:xfrm>
            <a:off x="349500" y="1017725"/>
            <a:ext cx="7842949" cy="3212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Step: Choose animations and export</a:t>
            </a:r>
            <a:endParaRPr/>
          </a:p>
        </p:txBody>
      </p:sp>
      <p:sp>
        <p:nvSpPr>
          <p:cNvPr id="110" name="Google Shape;11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Search for animations that you want to use, and once you find one and play around with its settings if you want, export</a:t>
            </a:r>
            <a:endParaRPr/>
          </a:p>
          <a:p>
            <a:pPr indent="-342900" lvl="0" marL="457200" rtl="0" algn="l">
              <a:spcBef>
                <a:spcPts val="0"/>
              </a:spcBef>
              <a:spcAft>
                <a:spcPts val="0"/>
              </a:spcAft>
              <a:buSzPts val="1800"/>
              <a:buChar char="●"/>
            </a:pPr>
            <a:r>
              <a:rPr lang="en"/>
              <a:t>The settings below should work for Unity, but it can be case sensitive depending on what you are doing. Default is generally </a:t>
            </a:r>
            <a:r>
              <a:rPr lang="en"/>
              <a:t>what you can trust will work for 99% of the time</a:t>
            </a:r>
            <a:endParaRPr/>
          </a:p>
          <a:p>
            <a:pPr indent="-342900" lvl="0" marL="457200" rtl="0" algn="l">
              <a:spcBef>
                <a:spcPts val="0"/>
              </a:spcBef>
              <a:spcAft>
                <a:spcPts val="0"/>
              </a:spcAft>
              <a:buSzPts val="1800"/>
              <a:buChar char="●"/>
            </a:pPr>
            <a:r>
              <a:rPr lang="en"/>
              <a:t>Follow animations guide in Create With Code to implement</a:t>
            </a:r>
            <a:endParaRPr/>
          </a:p>
          <a:p>
            <a:pPr indent="0" lvl="0" marL="0" rtl="0" algn="l">
              <a:spcBef>
                <a:spcPts val="1200"/>
              </a:spcBef>
              <a:spcAft>
                <a:spcPts val="1200"/>
              </a:spcAft>
              <a:buNone/>
            </a:pPr>
            <a:r>
              <a:t/>
            </a:r>
            <a:endParaRPr/>
          </a:p>
        </p:txBody>
      </p:sp>
      <p:pic>
        <p:nvPicPr>
          <p:cNvPr id="111" name="Google Shape;111;p21"/>
          <p:cNvPicPr preferRelativeResize="0"/>
          <p:nvPr/>
        </p:nvPicPr>
        <p:blipFill>
          <a:blip r:embed="rId3">
            <a:alphaModFix/>
          </a:blip>
          <a:stretch>
            <a:fillRect/>
          </a:stretch>
        </p:blipFill>
        <p:spPr>
          <a:xfrm>
            <a:off x="1178550" y="3225000"/>
            <a:ext cx="4340900" cy="1801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